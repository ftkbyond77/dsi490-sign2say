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จออะไร" id="{64414bfe-83c5-bac8-b0c7-01fc4d5e5ec5}">
          <p14:sldIdLst>
            <p14:sldId id="256"/>
          </p14:sldIdLst>
        </p14:section>
        <p14:section name="แก้อะไร ได้ผลยังไง" id="{63ee8075-9351-bd19-192a-e9f6ec2d236b}">
          <p14:sldIdLst>
            <p14:sldId id="257"/>
          </p14:sldIdLst>
        </p14:section>
        <p14:section name="ต่อไป" id="{5f24104c-5954-dd01-c4dd-6d8ca54ca5d5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ทั้งหมดอยู่ในเครื่อง ยังไม่ commit/push · ถ้า push ให้เลือกว่าจะรวม models/ (tagger ใหม่) หรือแค่ pitty/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ThaiSLM · branch pitty · 2026-10-11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เจออะไร: ระบบรู้จักคำ แต่แยกคำในประโยคไม่ออก</a:t>
            </a:r>
            <a:endParaRPr lang="en-US" sz="3000" dirty="0"/>
          </a:p>
        </p:txBody>
      </p:sp>
      <p:sp>
        <p:nvSpPr>
          <p:cNvPr id="3" name="stat0"/>
          <p:cNvSpPr/>
          <p:nvPr/>
        </p:nvSpPr>
        <p:spPr>
          <a:xfrm>
            <a:off x="457200" y="1234440"/>
            <a:ext cx="4206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Num0"/>
          <p:cNvSpPr txBox="1"/>
          <p:nvPr/>
        </p:nvSpPr>
        <p:spPr>
          <a:xfrm>
            <a:off x="68580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~90%</a:t>
            </a:r>
            <a:endParaRPr lang="en-US" sz="3600" dirty="0"/>
          </a:p>
        </p:txBody>
      </p:sp>
      <p:sp>
        <p:nvSpPr>
          <p:cNvPr id="5" name="statLab0"/>
          <p:cNvSpPr txBox="1"/>
          <p:nvPr/>
        </p:nvSpPr>
        <p:spPr>
          <a:xfrm>
            <a:off x="68580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ทายคำเดี่ยวถูก</a:t>
            </a:r>
            <a:endParaRPr lang="en-US" sz="1500" dirty="0"/>
          </a:p>
        </p:txBody>
      </p:sp>
      <p:sp>
        <p:nvSpPr>
          <p:cNvPr id="6" name="statSub0"/>
          <p:cNvSpPr txBox="1"/>
          <p:nvPr/>
        </p:nvSpPr>
        <p:spPr>
          <a:xfrm>
            <a:off x="68580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คนที่ระบบไม่เคยเห็น (jack_test)</a:t>
            </a:r>
            <a:endParaRPr lang="en-US" sz="1100" dirty="0"/>
          </a:p>
        </p:txBody>
      </p:sp>
      <p:sp>
        <p:nvSpPr>
          <p:cNvPr id="7" name="stat1"/>
          <p:cNvSpPr/>
          <p:nvPr/>
        </p:nvSpPr>
        <p:spPr>
          <a:xfrm>
            <a:off x="457200" y="2880360"/>
            <a:ext cx="4206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Num1"/>
          <p:cNvSpPr txBox="1"/>
          <p:nvPr/>
        </p:nvSpPr>
        <p:spPr>
          <a:xfrm>
            <a:off x="685800" y="3017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~50%</a:t>
            </a:r>
            <a:endParaRPr lang="en-US" sz="3600" dirty="0"/>
          </a:p>
        </p:txBody>
      </p:sp>
      <p:sp>
        <p:nvSpPr>
          <p:cNvPr id="9" name="statLab1"/>
          <p:cNvSpPr txBox="1"/>
          <p:nvPr/>
        </p:nvSpPr>
        <p:spPr>
          <a:xfrm>
            <a:off x="68580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ทายคำในประโยคถูก</a:t>
            </a:r>
            <a:endParaRPr lang="en-US" sz="1500" dirty="0"/>
          </a:p>
        </p:txBody>
      </p:sp>
      <p:sp>
        <p:nvSpPr>
          <p:cNvPr id="10" name="statSub1"/>
          <p:cNvSpPr txBox="1"/>
          <p:nvPr/>
        </p:nvSpPr>
        <p:spPr>
          <a:xfrm>
            <a:off x="68580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วิดีโอประโยคจริง 5 คลิป (data_test)</a:t>
            </a:r>
            <a:endParaRPr lang="en-US" sz="1100" dirty="0"/>
          </a:p>
        </p:txBody>
      </p:sp>
      <p:sp>
        <p:nvSpPr>
          <p:cNvPr id="11" name="stat2"/>
          <p:cNvSpPr/>
          <p:nvPr/>
        </p:nvSpPr>
        <p:spPr>
          <a:xfrm>
            <a:off x="457200" y="4526280"/>
            <a:ext cx="4206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Num2"/>
          <p:cNvSpPr txBox="1"/>
          <p:nvPr/>
        </p:nvSpPr>
        <p:spPr>
          <a:xfrm>
            <a:off x="685800" y="4663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86% vs 4%</a:t>
            </a:r>
            <a:endParaRPr lang="en-US" sz="3600" dirty="0"/>
          </a:p>
        </p:txBody>
      </p:sp>
      <p:sp>
        <p:nvSpPr>
          <p:cNvPr id="13" name="statLab2"/>
          <p:cNvSpPr txBox="1"/>
          <p:nvPr/>
        </p:nvSpPr>
        <p:spPr>
          <a:xfrm>
            <a:off x="685800" y="5303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คำในประโยคที่ระบบ 'รู้จัก'</a:t>
            </a:r>
            <a:endParaRPr lang="en-US" sz="1500" dirty="0"/>
          </a:p>
        </p:txBody>
      </p:sp>
      <p:sp>
        <p:nvSpPr>
          <p:cNvPr id="14" name="statSub2"/>
          <p:cNvSpPr txBox="1"/>
          <p:nvPr/>
        </p:nvSpPr>
        <p:spPr>
          <a:xfrm>
            <a:off x="685800" y="5623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มีช่วงที่ได้อันดับ 1 · เทียบคำสุ่ม = ไม่ใช่บังเอิญ</a:t>
            </a:r>
            <a:endParaRPr lang="en-US" sz="1100" dirty="0"/>
          </a:p>
        </p:txBody>
      </p:sp>
      <p:sp>
        <p:nvSpPr>
          <p:cNvPr id="15" name="causeHead"/>
          <p:cNvSpPr txBox="1"/>
          <p:nvPr/>
        </p:nvSpPr>
        <p:spPr>
          <a:xfrm>
            <a:off x="5120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สาเหตุ</a:t>
            </a:r>
            <a:endParaRPr lang="en-US" sz="2000" dirty="0"/>
          </a:p>
        </p:txBody>
      </p:sp>
      <p:sp>
        <p:nvSpPr>
          <p:cNvPr id="16" name="causeBody"/>
          <p:cNvSpPr txBox="1"/>
          <p:nvPr/>
        </p:nvSpPr>
        <p:spPr>
          <a:xfrm>
            <a:off x="5120640" y="16916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คนทำท่าต่อเนื่อง → tagger (ตัวหาจุดตัดคำ) มองไม่เห็นรอยต่อ → ตัดคำผิดที่ → ทายผิด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tagger เรียนจากประโยคปลอม (ต่อคลิปคำเดี่ยว) ที่มี 'หยุดนิ่ง' ก่อน-หลังทุกท่า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TSL51 ที่ใช้วัดผลมาตลอด คนทำช้า + ค้างมือระหว่างคำ → ปัญหาซ่อนอยู่</a:t>
            </a:r>
            <a:endParaRPr lang="en-US" sz="1500" dirty="0"/>
          </a:p>
        </p:txBody>
      </p:sp>
      <p:sp>
        <p:nvSpPr>
          <p:cNvPr id="17" name="liveHead"/>
          <p:cNvSpPr txBox="1"/>
          <p:nvPr/>
        </p:nvSpPr>
        <p:spPr>
          <a:xfrm>
            <a:off x="5120640" y="3931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โหมดกล้องสด (เว็บเดโม)</a:t>
            </a:r>
            <a:endParaRPr lang="en-US" sz="2000" dirty="0"/>
          </a:p>
        </p:txBody>
      </p:sp>
      <p:sp>
        <p:nvSpPr>
          <p:cNvPr id="18" name="liveBody"/>
          <p:cNvSpPr txBox="1"/>
          <p:nvPr/>
        </p:nvSpPr>
        <p:spPr>
          <a:xfrm>
            <a:off x="5120640" y="438912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มือยกอยู่แต่หามือไม่เจอ 36% (วิดีโอทดสอบ 9%) ← ตัวการหลัก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fps ต่ำ (9 fps) แทบไม่มีผล · คำที่ไม่มั่นใจถึง 80% จะไม่ขึ้น (ตั้งใจออกแบบ)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สบายดี สับสนกับ มีความสุข / สบาย (2 คำหลังมีตัวอย่างแค่ 1 คลิป)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แก้อะไร ได้ผลยังไง</a:t>
            </a:r>
            <a:endParaRPr lang="en-US" sz="3000" dirty="0"/>
          </a:p>
        </p:txBody>
      </p:sp>
      <p:graphicFrame>
        <p:nvGraphicFramePr>
          <p:cNvPr id="3" name="results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971032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สิ่งที่แก้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ผล (เทียบของเดิม v7)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สถานะ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tagger ใหม่: สอนด้วยประโยคปลอมแบบ 'ลื่น' 25% (มีตัวควบคุม · ใช้ในเครื่องเรา)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ประโยคลื่น: WER 0.76 → 0.67 · ทายถูก 0.25 → 0.34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ท่าคนจริง (TSL51 ตัดช่วงค้าง): WER 0.63 → 0.58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TSL51 ปกติ ทุกความเร็ว: ไม่แย่ลง · วิดีโอจริง 5 คลิป: 10 vs 11 จาก 22 (เท่าเดิม)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✅ ใช้อยู่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ตัวตัดคำ min_frames 14 → 10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ทำท่าเร็ว 2×: WER 0.406 → 0.394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✅ ใช้อยู่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ปิด 'ปรับแสงอัตโนมัติ'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มือหาย 19.8% → 8.9% (วิดีโอทดสอบ)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✅ ใช้อยู่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กล้องแบบเบา ?cam=480 (ตัวเลือกใหม่)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 vs 12 fps · พูด 'สวัสดี' 3/4 vs 2/9 ครั้ง (ลองน้อย)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⚪ ตัวเลือก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รวมชื่อคำซ้ำ (alias)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คำเดี่ยว 0.480 → 0.487 · ประโยคไม่ต่าง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⚪ ยังไม่ใส่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augmentation 4 แบบ · train encoder ใหม่ · ปรับ lam · ประโยคลื่นกว่านี้ (v2)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ไม่ดีขึ้น หรือทำให้ TSL51 แย่ลง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❌ คืนค่าแล้ว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ethod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วัดยังไง: ประโยคชุดเดิม ต่างแค่ tagger · เลือกบน tune → ดู test ครั้งเดียว · 95% CI ไม่คร่อม 0 = ดีขึ้นจริง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ขอตัดสินใจร่วม · ขั้นต่อไป · เปิดดูที่ไหน</a:t>
            </a:r>
            <a:endParaRPr lang="en-US" sz="3000" dirty="0"/>
          </a:p>
        </p:txBody>
      </p:sp>
      <p:sp>
        <p:nvSpPr>
          <p:cNvPr id="3" name="col0"/>
          <p:cNvSpPr/>
          <p:nvPr/>
        </p:nvSpPr>
        <p:spPr>
          <a:xfrm>
            <a:off x="457200" y="1234440"/>
            <a:ext cx="3611880" cy="44805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0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head0"/>
          <p:cNvSpPr txBox="1"/>
          <p:nvPr/>
        </p:nvSpPr>
        <p:spPr>
          <a:xfrm>
            <a:off x="1325880" y="14813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ขอตัดสินใจร่วม</a:t>
            </a:r>
            <a:endParaRPr lang="en-US" sz="1900" dirty="0"/>
          </a:p>
        </p:txBody>
      </p:sp>
      <p:sp>
        <p:nvSpPr>
          <p:cNvPr id="7" name="items0"/>
          <p:cNvSpPr txBox="1"/>
          <p:nvPr/>
        </p:nvSpPr>
        <p:spPr>
          <a:xfrm>
            <a:off x="731520" y="21488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ใช้ tagger ใหม่ในระบบหลักไหม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min_frames 10 + ปิดปรับแสง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กล้อง 480 เป็นค่าเริ่มต้นไหม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เกณฑ์ 80% ลดได้ไหม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เก็บข้อมูลเพิ่มได้ไหม</a:t>
            </a:r>
            <a:endParaRPr lang="en-US" sz="1500" dirty="0"/>
          </a:p>
        </p:txBody>
      </p:sp>
      <p:sp>
        <p:nvSpPr>
          <p:cNvPr id="8" name="col1"/>
          <p:cNvSpPr/>
          <p:nvPr/>
        </p:nvSpPr>
        <p:spPr>
          <a:xfrm>
            <a:off x="4297680" y="1234440"/>
            <a:ext cx="3611880" cy="44805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1"/>
          <p:cNvSpPr/>
          <p:nvPr/>
        </p:nvSpPr>
        <p:spPr>
          <a:xfrm>
            <a:off x="457200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1"/>
          <p:cNvSpPr txBox="1"/>
          <p:nvPr/>
        </p:nvSpPr>
        <p:spPr>
          <a:xfrm>
            <a:off x="4572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head1"/>
          <p:cNvSpPr txBox="1"/>
          <p:nvPr/>
        </p:nvSpPr>
        <p:spPr>
          <a:xfrm>
            <a:off x="5166360" y="14813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ขั้นต่อไป</a:t>
            </a:r>
            <a:endParaRPr lang="en-US" sz="1900" dirty="0"/>
          </a:p>
        </p:txBody>
      </p:sp>
      <p:sp>
        <p:nvSpPr>
          <p:cNvPr id="12" name="items1"/>
          <p:cNvSpPr txBox="1"/>
          <p:nvPr/>
        </p:nvSpPr>
        <p:spPr>
          <a:xfrm>
            <a:off x="4572000" y="21488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อัดวิดีโอประโยคทำท่าต่อเนื่องจริง 30–50 ประโยค (ไว้วัดผล) 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แก้จับมือในโหมดสด: แสง ระยะ ฉากหลัง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เพิ่มคนทำท่าต่อคำ (170 คำมีแค่ 1–2 คน)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เรียบเรียงประโยค (LLM) ไว้ทำตอนท้าย</a:t>
            </a:r>
            <a:endParaRPr lang="en-US" sz="1500" dirty="0"/>
          </a:p>
        </p:txBody>
      </p:sp>
      <p:sp>
        <p:nvSpPr>
          <p:cNvPr id="13" name="col2"/>
          <p:cNvSpPr/>
          <p:nvPr/>
        </p:nvSpPr>
        <p:spPr>
          <a:xfrm>
            <a:off x="8138160" y="1234440"/>
            <a:ext cx="3611880" cy="44805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2"/>
          <p:cNvSpPr/>
          <p:nvPr/>
        </p:nvSpPr>
        <p:spPr>
          <a:xfrm>
            <a:off x="84124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2"/>
          <p:cNvSpPr txBox="1"/>
          <p:nvPr/>
        </p:nvSpPr>
        <p:spPr>
          <a:xfrm>
            <a:off x="84124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head2"/>
          <p:cNvSpPr txBox="1"/>
          <p:nvPr/>
        </p:nvSpPr>
        <p:spPr>
          <a:xfrm>
            <a:off x="9006840" y="14813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เปิดดูที่ไหน</a:t>
            </a:r>
            <a:endParaRPr lang="en-US" sz="1900" dirty="0"/>
          </a:p>
        </p:txBody>
      </p:sp>
      <p:sp>
        <p:nvSpPr>
          <p:cNvPr id="17" name="items2"/>
          <p:cNvSpPr txBox="1"/>
          <p:nvPr/>
        </p:nvSpPr>
        <p:spPr>
          <a:xfrm>
            <a:off x="8412480" y="21488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pitty/SUMMARY_2026-10-11.md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pitty/HOW_IT_WORKS.md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notebook phase6: B2 กราฟ, G2 + G4 ผล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notebook phase5: คำเดี่ยว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tagger เดิมสำรอง: cache/backup_models_v7/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ty Teal">
  <a:themeElements>
    <a:clrScheme name="Pitty Teal">
      <a:dk1>
        <a:srgbClr val="1F2A33"/>
      </a:dk1>
      <a:lt1>
        <a:srgbClr val="FFFFFF"/>
      </a:lt1>
      <a:dk2>
        <a:srgbClr val="0B4F6C"/>
      </a:dk2>
      <a:lt2>
        <a:srgbClr val="EEF4F6"/>
      </a:lt2>
      <a:accent1>
        <a:srgbClr val="0B4F6C"/>
      </a:accent1>
      <a:accent2>
        <a:srgbClr val="F4A259"/>
      </a:accent2>
      <a:accent3>
        <a:srgbClr val="2A9D8F"/>
      </a:accent3>
      <a:accent4>
        <a:srgbClr val="C8553D"/>
      </a:accent4>
      <a:accent5>
        <a:srgbClr val="8AA1AD"/>
      </a:accent5>
      <a:accent6>
        <a:srgbClr val="5C6B73"/>
      </a:accent6>
      <a:hlink>
        <a:srgbClr val="0B4F6C"/>
      </a:hlink>
      <a:folHlink>
        <a:srgbClr val="5C6B73"/>
      </a:folHlink>
    </a:clrScheme>
    <a:fontScheme name="Pitty Teal">
      <a:majorFont>
        <a:latin typeface="Tahoma"/>
        <a:ea typeface=""/>
        <a:cs typeface="Tahoma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Tahoma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ThaiSLM — อัปเดตงาน pitty</dc:title>
  <dc:subject>PptxGenJS Presentation</dc:subject>
  <dc:creator>PptxGenJS</dc:creator>
  <cp:lastModifiedBy>PptxGenJS</cp:lastModifiedBy>
  <cp:revision>1</cp:revision>
  <dcterms:created xsi:type="dcterms:W3CDTF">2026-10-11T09:51:27Z</dcterms:created>
  <dcterms:modified xsi:type="dcterms:W3CDTF">2026-10-11T09:51:27Z</dcterms:modified>
</cp:coreProperties>
</file>